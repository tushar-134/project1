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E3A8A"/>
                </a:solidFill>
                <a:latin typeface="Inter"/>
              </a:defRPr>
            </a:pPr>
            <a:r>
              <a:t>FILING BUDDY</a:t>
            </a:r>
          </a:p>
          <a:p>
            <a:pPr>
              <a:defRPr sz="2400">
                <a:solidFill>
                  <a:srgbClr val="7C3AED"/>
                </a:solidFill>
                <a:latin typeface="Inter"/>
              </a:defRPr>
            </a:pPr>
            <a:r>
              <a:t>Modern Practice Management Suite for Accounting &amp; Tax Firms</a:t>
            </a:r>
          </a:p>
          <a:p>
            <a:br/>
            <a:pPr>
              <a:defRPr sz="1600">
                <a:solidFill>
                  <a:srgbClr val="1E293B"/>
                </a:solidFill>
                <a:latin typeface="Inter"/>
              </a:defRPr>
            </a:pPr>
            <a:r>
              <a:t>Streamlining CA &amp; Audit workflows, secure client portals, and dynamic role-based controls.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Inter"/>
              </a:defRPr>
            </a:pPr>
            <a:r>
              <a:t>THE CHALLENGE IN PRACTICE MANAGEMENT</a:t>
            </a:r>
          </a:p>
          <a:p>
            <a:pPr>
              <a:defRPr sz="1000" b="1">
                <a:solidFill>
                  <a:srgbClr val="7C3AED"/>
                </a:solidFill>
                <a:latin typeface="Inter"/>
              </a:defRPr>
            </a:pPr>
            <a:r>
              <a:t>FILING BUDDY  |  PRACTICE MANAGEMENT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Confidential Client Presentation  |  Powered by Filing Buddy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t>•  Complexity of Scale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    Managing hundreds of diverse compliance tasks across VAT, Corporate Tax, Audits, and Accounting leads to missed deadlines without central visibility.</a:t>
            </a:r>
            <a:br/>
          </a:p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t>•  Security Risks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    Sharing sensitive government portal login credentials across staff members via Excel sheets introduces immense security hazards and lack of accountability.</a:t>
            </a:r>
            <a:br/>
          </a:p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t>•  Operational Noise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    Staff members seeing all clients and operations causes information overload, leading to mistakes, delays, and critical communication gaps.</a:t>
            </a:r>
            <a:br/>
          </a:p>
          <a:p>
            <a:pPr>
              <a:defRPr sz="1800" b="1">
                <a:solidFill>
                  <a:srgbClr val="1E293B"/>
                </a:solidFill>
                <a:latin typeface="Inter"/>
              </a:defRPr>
            </a:pPr>
            <a:r>
              <a:t>•  No Audit Trial</a:t>
            </a:r>
          </a:p>
          <a:p>
            <a:pPr>
              <a:defRPr sz="1400">
                <a:solidFill>
                  <a:srgbClr val="64748B"/>
                </a:solidFill>
                <a:latin typeface="Inter"/>
              </a:defRPr>
            </a:pPr>
            <a:r>
              <a:t>    Firms lack transparency in tracing when a return was filed, who handled it, or identifying backlog bottlenecks.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Inter"/>
              </a:defRPr>
            </a:pPr>
            <a:r>
              <a:t>THE SOLUTION: FILING BUDDY</a:t>
            </a:r>
          </a:p>
          <a:p>
            <a:pPr>
              <a:defRPr sz="1000" b="1">
                <a:solidFill>
                  <a:srgbClr val="7C3AED"/>
                </a:solidFill>
                <a:latin typeface="Inter"/>
              </a:defRPr>
            </a:pPr>
            <a:r>
              <a:t>FILING BUDDY  |  PRACTICE MANAGEMENT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Confidential Client Presentation  |  Powered by Filing Buddy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✓  Unified Practice Dashboard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One beautiful, responsive interface providing interactive task control, overdue notifications, and firm-wide compliance schedules.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✓  Granular Role-Based Security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Structured user workspaces ensuring staff members only access what they own, drastically lowering operational risk and data noise.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✓  Government Portal Security Vault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Secure, structured storage for trade licenses, portal login combinations, and primary contacts with access restricted on a need-to-know basis.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✓  FTA Tracking &amp; Notifications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Dedicated tracking module for Federal Tax Authority submissions with automatic alert logs when additional queries are received.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Inter"/>
              </a:defRPr>
            </a:pPr>
            <a:r>
              <a:t>TODAY'S CORE PERFORMANCE UPGRADES</a:t>
            </a:r>
          </a:p>
          <a:p>
            <a:pPr>
              <a:defRPr sz="1000" b="1">
                <a:solidFill>
                  <a:srgbClr val="7C3AED"/>
                </a:solidFill>
                <a:latin typeface="Inter"/>
              </a:defRPr>
            </a:pPr>
            <a:r>
              <a:t>FILING BUDDY  |  PRACTICE MANAGEMENT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Confidential Client Presentation  |  Powered by Filing Buddy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7C3AED"/>
                </a:solidFill>
                <a:latin typeface="Inter"/>
              </a:defRPr>
            </a:pPr>
            <a:r>
              <a:t>1. Strict Client List Task Restriction (Task-Only Users)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• Staff members logged in under 'Task-Only' roles are restricted from seeing the full client directory.</a:t>
            </a:r>
            <a:br/>
            <a:r>
              <a:t>• They can ONLY see clients for whom work/tasks have been allotted to them, minimizing data noise and enhancing client privacy.</a:t>
            </a:r>
            <a:br/>
            <a:r>
              <a:t>• Programmatically implemented on the backend database level to ensure bulletproof data isolation.</a:t>
            </a:r>
            <a:br/>
          </a:p>
          <a:p>
            <a:pPr>
              <a:defRPr sz="2000" b="1">
                <a:solidFill>
                  <a:srgbClr val="7C3AED"/>
                </a:solidFill>
                <a:latin typeface="Inter"/>
              </a:defRPr>
            </a:pPr>
            <a:r>
              <a:t>2. Multi-Layer Delete Action Safeguards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• Deleting a client is a highly destructive operational risk.</a:t>
            </a:r>
            <a:br/>
            <a:r>
              <a:t>• Frontend: The delete button is completely hidden from managers and standard staff members, visible solely to Admins.</a:t>
            </a:r>
            <a:br/>
            <a:r>
              <a:t>• Backend: The deletion API endpoint is hard-blocked with JWT-role middleware requiring Admin role, returning 403 Forbidden for unauthorized requests.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Inter"/>
              </a:defRPr>
            </a:pPr>
            <a:r>
              <a:t>TECHNICAL ARCHITECTURE</a:t>
            </a:r>
          </a:p>
          <a:p>
            <a:pPr>
              <a:defRPr sz="1000" b="1">
                <a:solidFill>
                  <a:srgbClr val="7C3AED"/>
                </a:solidFill>
                <a:latin typeface="Inter"/>
              </a:defRPr>
            </a:pPr>
            <a:r>
              <a:t>FILING BUDDY  |  PRACTICE MANAGEMENT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Confidential Client Presentation  |  Powered by Filing Buddy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❖  Frontend Technology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React.js, Vite for ultra-fast builds, custom Tailwind CSS styling, Lucide icons, and responsive tables with debounced searches.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❖  Robust Backend Core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Node.js with Express, RESTful APIs, JWT Authorization headers, robust role validation, and custom Mongoose model validation schemas.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❖  Data Persistence Layer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MongoDB (via Atlas for production, MongoMemoryServer in-memory DB for isolated, zero-dependency local testing).</a:t>
            </a:r>
            <a:br/>
          </a:p>
          <a:p>
            <a:pPr>
              <a:defRPr sz="1800" b="1">
                <a:solidFill>
                  <a:srgbClr val="1E3A8A"/>
                </a:solidFill>
                <a:latin typeface="Inter"/>
              </a:defRPr>
            </a:pPr>
            <a:r>
              <a:t>❖  Live Cloud Infrastructure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Vercel hosting the reactive frontend, Railway running the backend, with continuous automated CD integration via GitHub.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Inter"/>
              </a:defRPr>
            </a:pPr>
            <a:r>
              <a:t>SUMMARY &amp; FUTURE ROADMAP</a:t>
            </a:r>
          </a:p>
          <a:p>
            <a:pPr>
              <a:defRPr sz="1000" b="1">
                <a:solidFill>
                  <a:srgbClr val="7C3AED"/>
                </a:solidFill>
                <a:latin typeface="Inter"/>
              </a:defRPr>
            </a:pPr>
            <a:r>
              <a:t>FILING BUDDY  |  PRACTICE MANAGEMENT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Inter"/>
              </a:defRPr>
            </a:pPr>
            <a:r>
              <a:t>Confidential Client Presentation  |  Powered by Filing Buddy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>
                <a:solidFill>
                  <a:srgbClr val="7C3AED"/>
                </a:solidFill>
                <a:latin typeface="Inter"/>
              </a:defRPr>
            </a:pPr>
            <a:r>
              <a:t>★  Current System Status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The system is fully verified end-to-end, extremely stable, and ready for high-level client presentations and operational deployment.</a:t>
            </a:r>
            <a:br/>
          </a:p>
          <a:p>
            <a:pPr>
              <a:defRPr sz="1800" b="1">
                <a:solidFill>
                  <a:srgbClr val="7C3AED"/>
                </a:solidFill>
                <a:latin typeface="Inter"/>
              </a:defRPr>
            </a:pPr>
            <a:r>
              <a:t>★  WhatsApp &amp; Email Integrations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Plan to implement automated SMS/WhatsApp alerts directly to clients for document updates, TRN requests, and payment remainders.</a:t>
            </a:r>
            <a:br/>
          </a:p>
          <a:p>
            <a:pPr>
              <a:defRPr sz="1800" b="1">
                <a:solidFill>
                  <a:srgbClr val="7C3AED"/>
                </a:solidFill>
                <a:latin typeface="Inter"/>
              </a:defRPr>
            </a:pPr>
            <a:r>
              <a:t>★  Document Generation Engine</a:t>
            </a:r>
          </a:p>
          <a:p>
            <a:pPr>
              <a:defRPr sz="1400">
                <a:solidFill>
                  <a:srgbClr val="1E293B"/>
                </a:solidFill>
                <a:latin typeface="Inter"/>
              </a:defRPr>
            </a:pPr>
            <a:r>
              <a:t>    Dynamic PDF generation for client billing, VAT returns, and FTA correspondence letters directly from the dashboard.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